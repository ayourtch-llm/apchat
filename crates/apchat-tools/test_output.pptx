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4400" b="1" i="0" dirty="0"/>
              <a:t>Welcome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3200" b="1" i="0" dirty="0"/>
              <a:t>Features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Bullet 1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Bullet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Presentation</dc:title>
  <dc:creator>pptx-rs</dc:creator>
  <cp:lastModifiedBy>pptx-rs</cp:lastModifiedBy>
  <cp:revision>1</cp:revision>
  <dcterms:created xsi:type="dcterms:W3CDTF">2026-03-08T23:35:44Z</dcterms:created>
  <dcterms:modified xsi:type="dcterms:W3CDTF">2026-03-08T23:35:44Z</dcterms:modified>
</cp:coreProperties>
</file>