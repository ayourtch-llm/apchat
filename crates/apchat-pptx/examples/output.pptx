
<file path=[Content_Types].xml><?xml version="1.0" encoding="utf-8"?>
<Types xmlns="http://schemas.openxmlformats.org/package/2006/content-types"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ppt/presentation.xml><?xml version="1.0" encoding="utf-8"?>
<p:presentation xmlns:a="http://schemas.openxmlformats.org/drawingml/2006/main" xmlns:p="http://schemas.openxmlformats.org/presentationml/2006/main">
  <p:slideIdLst>
    <p:slideId id="0x00000000000001">
      <p:nvSlideIdPr>
        <p:id>1</p:id>
      </p:nvSlideIdPr>
    </p:slideId>
    <p:slideId id="0x00000000000002">
      <p:nvSlideIdPr>
        <p:id>2</p:id>
      </p:nvSlideIdPr>
    </p:slideId>
    <p:slideId id="0x00000000000003">
      <p:nvSlideIdPr>
        <p:id>3</p:id>
      </p:nvSlideIdPr>
    </p:slideId>
  </p:slideIdLst>
  <p:slides>
    <p:slide xmlns:r="http://schemas.openxmlformats.org/officeDocument/2006/relationships" r:id="rId1"/>
    <p:slide xmlns:r="http://schemas.openxmlformats.org/officeDocument/2006/relationships" r:id="rId2"/>
    <p:slide xmlns:r="http://schemas.openxmlformats.org/officeDocument/2006/relationships" r:id="rId3"/>
  </p:slides>
  <p:slideLayouts/>
  <p:slideMasters/>
</p:presentation>
</file>

<file path=ppt/slides/slide1.xml><?xml version="1.0" encoding="utf-8"?>
<p:slide xmlns:a="http://schemas.openxmlformats.org/drawingml/2006/main" xmlns:p="http://schemas.openxmlformats.org/presentationml/2006/main" xmlns:r="http://schemas.openxmlformats.org/officeDocument/2006/relationships">
  <p:spTree>
    <p:mv/>
    <p:extLst>
      <p:ext uri="{28A0092F-C50C-407E-A92D-4BBE6D82779E}">
        <p16:unlockedPlaceholderShapes xmlns:p16="http://schemas.microsoft.com/office/powerpoint/2010/main"/>
      </p:ext>
    </p:extLst>
    <p:ph type="title">
      <p:sp>
        <p:spPr>
          <a:xfrm>
            <a:off x="914400" y="1778040"/>
            <a:ext cx="15240000" cy="3810000"/>
          </a:xfrm>
        </p:spPr>
        <p:txBody>
          <a:bodyPr/>
          <a:lstStyle/>
          <a:p>
            <a:r>
              <a:rPr/>
              <a:t>Welcome</a:t>
            </a:r>
          </a:p>
        </p:txBody>
      </p:sp>
    </p:ph>
  </p:spTree>
</p:slide>
</file>

<file path=ppt/slides/slide2.xml><?xml version="1.0" encoding="utf-8"?>
<p:slide xmlns:a="http://schemas.openxmlformats.org/drawingml/2006/main" xmlns:p="http://schemas.openxmlformats.org/presentationml/2006/main" xmlns:r="http://schemas.openxmlformats.org/officeDocument/2006/relationships">
  <p:spTree>
    <p:mv/>
    <p:extLst>
      <p:ext uri="{28A0092F-C50C-407E-A92D-4BBE6D82779E}">
        <p16:unlockedPlaceholderShapes xmlns:p16="http://schemas.microsoft.com/office/powerpoint/2010/main"/>
      </p:ext>
    </p:extLst>
    <p:ph type="title">
      <p:sp>
        <p:spPr>
          <a:xfrm>
            <a:off x="914400" y="1778040"/>
            <a:ext cx="15240000" cy="3810000"/>
          </a:xfrm>
        </p:spPr>
        <p:txBody>
          <a:bodyPr/>
          <a:lstStyle/>
          <a:p>
            <a:r>
              <a:rPr/>
              <a:t>Features</a:t>
            </a:r>
          </a:p>
        </p:txBody>
      </p:sp>
    </p:ph>
    <p:ph type="body">
      <p:sp>
        <p:spPr>
          <a:xfrm>
            <a:off x="914400" y="476250"/>
            <a:ext cx="15240000" cy="8890500"/>
          </a:xfrm>
        </p:spPr>
        <p:txBody>
          <a:bodyPr/>
          <a:lstStyle>
            <a:p>
              <a:pPr>
                <a:defRPr/>
              </a:pPr>
              <a:r>
                <a:rPr/>
                <a:t>Pure Rust implementation</a:t>
              </a:r>
            </a:p>
            <a:p>
              <a:pPr>
                <a:defRPr/>
              </a:pPr>
              <a:r>
                <a:rPr/>
                <a:t>Theme support</a:t>
              </a:r>
            </a:p>
            <a:p>
              <a:pPr>
                <a:defRPr/>
              </a:pPr>
              <a:r>
                <a:rPr/>
                <a:t>Easy to use API</a:t>
              </a:r>
            </a:p>
          </a:lstStyle>
        </p:txBody>
      </p:sp>
    </p:ph>
  </p:spTree>
</p:slide>
</file>

<file path=ppt/slides/slide3.xml><?xml version="1.0" encoding="utf-8"?>
<p:slide xmlns:a="http://schemas.openxmlformats.org/drawingml/2006/main" xmlns:p="http://schemas.openxmlformats.org/presentationml/2006/main" xmlns:r="http://schemas.openxmlformats.org/officeDocument/2006/relationships">
  <p:spTree>
    <p:mv/>
    <p:extLst>
      <p:ext uri="{28A0092F-C50C-407E-A92D-4BBE6D82779E}">
        <p16:unlockedPlaceholderShapes xmlns:p16="http://schemas.microsoft.com/office/powerpoint/2010/main"/>
      </p:ext>
    </p:extLst>
    <p:ph type="title">
      <p:sp>
        <p:spPr>
          <a:xfrm>
            <a:off x="914400" y="1778040"/>
            <a:ext cx="15240000" cy="3810000"/>
          </a:xfrm>
        </p:spPr>
        <p:txBody>
          <a:bodyPr/>
          <a:lstStyle/>
          <a:p>
            <a:r>
              <a:rPr/>
              <a:t>Thanks!</a:t>
            </a:r>
          </a:p>
        </p:txBody>
      </p:sp>
    </p:ph>
    <p:ph type="body">
      <p:sp>
        <p:spPr>
          <a:xfrm>
            <a:off x="914400" y="476250"/>
            <a:ext cx="15240000" cy="8890500"/>
          </a:xfrm>
        </p:spPr>
        <p:txBody>
          <a:bodyPr/>
          <a:lstStyle>
            <a:p>
              <a:pPr>
                <a:defRPr/>
              </a:pPr>
              <a:r>
                <a:rPr/>
                <a:t>Questions?</a:t>
              </a:r>
            </a:p>
            <a:p>
              <a:pPr>
                <a:defRPr/>
              </a:pPr>
              <a:r>
                <a:rPr/>
                <a:t>Contact: example@email.com</a:t>
              </a:r>
            </a:p>
          </a:lstStyle>
        </p:txBody>
      </p:sp>
    </p:ph>
  </p:spTree>
</p:slide>
</file>

<file path=_docProps/app.xml><?xml version="1.0" encoding="utf-8"?>
<Properties xmlns="http://schemas.openxmlformats.org/officeDocument/2006/extended-properties" xmlns:vt="http://schemas.openxmlformats.org/officeDocument/2006/docPropsVTypes">
  <TotalTime>0</TotalTime>
  <Slides>3</Slides>
  <Notes>3</Notes>
  <HiddenSlides>0</HiddenSlides>
  <MMClips>0</MMClips>
  <ScaleCrop>0</ScaleCrop>
  <HeadingPairs>
    <vt:vector size="2" baseType="variant">
      <vt:variant>
        <vt:lpstr>Presentation Name</vt:lpstr>
      </vt:variant>
      <vt:variant>
        <vt:bstr>My Presentation</vt:bstr>
      </vt:variant>
    </vt:vector>
  </HeadingPairs>
  <TitlesOfParts>
    <vt:vector size="1" baseType="lpstr">
      <vt:lpstr>My Presentation</vt:lpstr>
    </vt:vector>
  </TitlesOfParts>
  <Company/>
  <Manager/>
</Properties>
</file>

<file path=_docProps/core.xml><?xml version="1.0" encoding="utf-8"?>
<cp:coreProperties xmlns:cp="http://schemas.openxmlformats.org/package/2006/metadata/core-properties" xmlns:dc="http://purl.org/dc/elements/1.1/" xmlns:dcmitype="http://purl.org/dc/dcmitype/" xmlns:xsi="http://www.w3.org/2001/XMLSchema-instance">
  <dc:creator>My Name</dc:creator>
  <cp:lastModifiedBy>My Name</cp:lastModifiedBy>
  <dc:title>My Presentation</dc:title>
  <dcmitype:imeType>application/vnd.openxmlformats-officedocument.presentationml.presentation</dcmitype:imeType>
</cp:coreProperties>
</file>